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5" Type="http://schemas.microsoft.com/office/2020/02/relationships/classificationlabels" Target="docMetadata/LabelInfo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521B4-6712-4C73-9B27-00CC932CC4EF}" v="2" dt="2026-06-02T11:00:02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4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13" Type="http://schemas.openxmlformats.org/officeDocument/2006/relationships/presProps" Target="presProps.xml"/>
<Relationship Id="rId12" Type="http://schemas.openxmlformats.org/officeDocument/2006/relationships/notesMaster" Target="notesMasters/notesMaster1.xml"/>
<Relationship Id="rId17" Type="http://schemas.microsoft.com/office/2015/10/relationships/revisionInfo" Target="revisionInfo.xml"/>
<Relationship Id="rId16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15" Type="http://schemas.openxmlformats.org/officeDocument/2006/relationships/theme" Target="theme/theme1.xml"/>
<Relationship Id="rId14" Type="http://schemas.openxmlformats.org/officeDocument/2006/relationships/viewProps" Target="viewProps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1B514-E4AE-4F36-9800-25629517E98D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B4336-A9D0-4658-A0B8-5A5F010AAE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427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5BD3F4-D768-43C8-BBC2-CF998C2D5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353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F3EE83-9BB9-481D-8395-69C4DB5CDE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0374" y="2549668"/>
            <a:ext cx="9144000" cy="563231"/>
          </a:xfrm>
        </p:spPr>
        <p:txBody>
          <a:bodyPr anchor="t" anchorCtr="0">
            <a:spAutoFit/>
          </a:bodyPr>
          <a:lstStyle>
            <a:lvl1pPr algn="l">
              <a:defRPr sz="3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Presentation Heading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283A4-33DB-4552-9007-D12033D1E1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0374" y="4156220"/>
            <a:ext cx="9144000" cy="369332"/>
          </a:xfrm>
        </p:spPr>
        <p:txBody>
          <a:bodyPr>
            <a:spAutoFit/>
          </a:bodyPr>
          <a:lstStyle>
            <a:lvl1pPr marL="0" indent="0" algn="l"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Presented by/Sub-heading style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FDDB99-4A42-4713-B148-1FC5187A09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275" y="5671367"/>
            <a:ext cx="4057650" cy="286232"/>
          </a:xfrm>
        </p:spPr>
        <p:txBody>
          <a:bodyPr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Published DD Month YYYY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076E1-79A4-46B4-8E65-9C656DB74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40" y="543894"/>
            <a:ext cx="1628811" cy="105632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479683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C83D81-04CB-4893-9BFB-986BF0E26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7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C0FCC9-C3AF-4E08-A905-07A58A8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6163" cy="844839"/>
          </a:xfrm>
        </p:spPr>
        <p:txBody>
          <a:bodyPr anchor="t" anchorCtr="0">
            <a:normAutofit/>
          </a:bodyPr>
          <a:lstStyle>
            <a:lvl1pPr>
              <a:defRPr lang="en-GB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DBA4-4D5B-4377-BB63-5EFB26E87B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999" y="1440000"/>
            <a:ext cx="11446163" cy="43513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n-US" sz="2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-22860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0800" indent="-228600">
              <a:def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E29FC-0AE3-49EE-B903-BD5846EC9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3C58E4-84A1-4EE7-BED2-A7D78CB71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8" y="6451621"/>
            <a:ext cx="3867950" cy="25372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F60EB-FBD0-41A4-B8B2-4945FC5C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54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FCC9-C3AF-4E08-A905-07A58A8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6163" cy="844839"/>
          </a:xfrm>
        </p:spPr>
        <p:txBody>
          <a:bodyPr anchor="t" anchorCtr="0">
            <a:normAutofit/>
          </a:bodyPr>
          <a:lstStyle>
            <a:lvl1pPr>
              <a:defRPr lang="en-GB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DBA4-4D5B-4377-BB63-5EFB26E87B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9999" y="1440000"/>
            <a:ext cx="11446163" cy="435133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en-US" sz="21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600"/>
              </a:spcAft>
              <a:buNone/>
              <a:def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-22860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0800" indent="-228600">
              <a:def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E29FC-0AE3-49EE-B903-BD5846EC9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F60EB-FBD0-41A4-B8B2-4945FC5C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82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56A6B2-45CE-47D3-ADDB-BD31EA111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353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D93AC6-2F50-4B91-B6DD-840E6B04BB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587192"/>
            <a:ext cx="10515600" cy="590931"/>
          </a:xfrm>
        </p:spPr>
        <p:txBody>
          <a:bodyPr anchor="t" anchorCtr="0">
            <a:spAutoFit/>
          </a:bodyPr>
          <a:lstStyle>
            <a:lvl1pPr>
              <a:defRPr sz="3600" b="1"/>
            </a:lvl1pPr>
          </a:lstStyle>
          <a:p>
            <a:r>
              <a:rPr lang="en-US" dirty="0"/>
              <a:t>Section heading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3EC35-1DF4-42E8-843A-F1C2835A221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789940"/>
            <a:ext cx="10515600" cy="369332"/>
          </a:xfrm>
        </p:spPr>
        <p:txBody>
          <a:bodyPr>
            <a:sp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196778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41E873-0E11-44B1-8E1D-3939D1CB9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7" cy="6857999"/>
          </a:xfrm>
          <a:prstGeom prst="rect">
            <a:avLst/>
          </a:prstGeom>
        </p:spPr>
      </p:pic>
      <p:sp>
        <p:nvSpPr>
          <p:cNvPr id="10" name="AutoShape 3">
            <a:extLst>
              <a:ext uri="{FF2B5EF4-FFF2-40B4-BE49-F238E27FC236}">
                <a16:creationId xmlns:a16="http://schemas.microsoft.com/office/drawing/2014/main" id="{4FAAD646-2462-41CA-AE4B-76753CEDFF5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0" y="0"/>
            <a:ext cx="121507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3EC35-1DF4-42E8-843A-F1C2835A221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08626" y="901414"/>
            <a:ext cx="10405919" cy="563231"/>
          </a:xfrm>
        </p:spPr>
        <p:txBody>
          <a:bodyPr>
            <a:spAutoFit/>
          </a:bodyPr>
          <a:lstStyle>
            <a:lvl1pPr marL="0" indent="0">
              <a:buNone/>
              <a:defRPr sz="3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Large text page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9CF87-BF69-4238-8BAD-CEB980FB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01D87-EBA9-4116-8E30-46E25652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C8A0FD4-F699-4BB5-A3C8-3A511F41233C}"/>
              </a:ext>
            </a:extLst>
          </p:cNvPr>
          <p:cNvSpPr/>
          <p:nvPr/>
        </p:nvSpPr>
        <p:spPr>
          <a:xfrm flipH="1">
            <a:off x="543561" y="553338"/>
            <a:ext cx="11095443" cy="5390262"/>
          </a:xfrm>
          <a:prstGeom prst="round2DiagRect">
            <a:avLst/>
          </a:prstGeom>
          <a:noFill/>
          <a:ln w="2286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t" anchorCtr="0"/>
          <a:lstStyle/>
          <a:p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271249-A6E6-4E1D-BF38-9B55039C0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8" y="6451621"/>
            <a:ext cx="3867950" cy="25372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17039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CCFA8AA-1F36-4E3C-977C-A7C918EE0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7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82F404-A628-4163-A67A-017625A1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CC20F-2520-4988-AFE4-EBE97F23EF9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0000" y="1440000"/>
            <a:ext cx="5580000" cy="471141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/>
            </a:lvl1pPr>
            <a:lvl2pPr>
              <a:defRPr lang="en-US" sz="16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4pPr>
            <a:lvl5pPr marL="460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A3220-04BF-4C22-9F1D-EA71CB2E4D1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4072" y="1440000"/>
            <a:ext cx="5580000" cy="471141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/>
            </a:lvl1pPr>
            <a:lvl2pPr>
              <a:defRPr lang="en-US" sz="16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4pPr>
            <a:lvl5pPr marL="460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C2192-61D5-4EB8-AAF7-C62287CE3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3B638-8AEF-4744-AF26-A06733AE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B9B26A-6FAE-4CD8-BB5B-6DDE25F43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8" y="6451621"/>
            <a:ext cx="3867950" cy="25372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1315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3238306-4959-4D7E-824A-5FCB2D385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7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56CF47-9317-4BCB-B768-6FAFA244E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4072" cy="9044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E0031-2A64-4B9F-9549-581805ECA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514" y="1440000"/>
            <a:ext cx="5580000" cy="823912"/>
          </a:xfr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C07EE-CCB7-404E-8CA0-28E7EADD435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8514" y="1980000"/>
            <a:ext cx="5580000" cy="396821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/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4pPr>
            <a:lvl5pPr marL="460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D9511-94F7-4D8A-B308-9F45F8C3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072" y="1440000"/>
            <a:ext cx="5580000" cy="823912"/>
          </a:xfr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4B37DB-BE92-439C-B307-B67909DBB68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4072" y="1980000"/>
            <a:ext cx="5580000" cy="3968218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/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4pPr>
            <a:lvl5pPr marL="460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22FB8E-C592-4C15-8B2B-5B8ADAC8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C3D43E-BF05-4A08-83EC-42885B455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DEC63E-2A54-43A9-B167-8E8069CE0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8" y="6451621"/>
            <a:ext cx="3867950" cy="25372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773110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ED54B9-F2A7-4FFF-9D77-5DA942986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7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2557C2-113E-4A34-8911-A50E353E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BCE85-97F0-4F9A-BD88-99ECA8B5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4E44F-BFBB-4DDD-863B-D41AF6EB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4786D0-5809-43D2-B13B-E5FA45108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8" y="6451621"/>
            <a:ext cx="3867950" cy="25372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1958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946B4A-3069-4ED3-99CC-607B68B7B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7" cy="685799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83A5B5-FA1A-41C9-AE10-1940D02D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FA1E2-41C9-4717-9C40-A6543712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1185A-5D30-4C4F-8D3F-9422ECD8D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8" y="6451621"/>
            <a:ext cx="3867950" cy="25372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185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CCBF63-BE77-47F7-BC2C-2060A83C7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3537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00B1E-7CC5-4A29-9FDA-CA9B202B5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8D207-F256-473F-8ACD-7992ADD82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864E7-4D70-4211-A41C-CD2456D5D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C231D-00C0-4BA4-8EC1-A2C808CE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8E4A4-9320-483B-B798-ADCC1CC2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01495D-38F5-45F5-8260-AF9650168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38" y="6451621"/>
            <a:ext cx="3867950" cy="25372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47129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1DCB-8595-466D-91F9-A3A35B4C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172557-3AB6-4C0C-B165-4709B366F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28C0B-08E4-4375-BF6C-4AD2EA2122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8014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l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799-25AA-2999-AE30-8DC6BC2F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32C6A-78E7-BB64-0331-57629AE0D3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39B67-C832-9E17-6ADA-C90BB5FDFA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0AFD0A-5FCD-C841-2280-CB7F5EA86B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785" y="1047179"/>
            <a:ext cx="11444287" cy="760413"/>
          </a:xfrm>
        </p:spPr>
        <p:txBody>
          <a:bodyPr>
            <a:normAutofit/>
          </a:bodyPr>
          <a:lstStyle>
            <a:lvl1pPr>
              <a:buNone/>
              <a:defRPr sz="1500" b="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BF45C6-EDC0-4B30-2043-58C8A62837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2227" y="2513012"/>
            <a:ext cx="4592638" cy="3843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7529DE1-91FA-2FB3-20E5-2DBD202B36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2380" y="2513012"/>
            <a:ext cx="4592638" cy="3843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6628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32C6A-78E7-BB64-0331-57629AE0D3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39B67-C832-9E17-6ADA-C90BB5FDFA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BF45C6-EDC0-4B30-2043-58C8A62837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000" y="1003827"/>
            <a:ext cx="5474270" cy="51981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7529DE1-91FA-2FB3-20E5-2DBD202B36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80180" y="1003826"/>
            <a:ext cx="5823891" cy="519819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98C4D-4F56-EC73-818A-6BB219FEA2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3" y="6366784"/>
            <a:ext cx="5161281" cy="338558"/>
          </a:xfrm>
          <a:prstGeom prst="rect">
            <a:avLst/>
          </a:prstGeo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8D2506-5B5C-9376-1BC8-B5EB614CD7B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363" y="112713"/>
            <a:ext cx="11444287" cy="736600"/>
          </a:xfrm>
        </p:spPr>
        <p:txBody>
          <a:bodyPr>
            <a:normAutofit/>
          </a:bodyPr>
          <a:lstStyle>
            <a:lvl1pPr>
              <a:buFontTx/>
              <a:buNone/>
              <a:defRPr sz="18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3117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fac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7F48E-FE39-877F-7197-99B6C8696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E46395BD-E606-29AF-E95D-7C1A6B6E87B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09455" y="954155"/>
            <a:ext cx="2856225" cy="1747957"/>
          </a:xfrm>
        </p:spPr>
        <p:txBody>
          <a:bodyPr/>
          <a:lstStyle/>
          <a:p>
            <a:endParaRPr lang="en-GB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AD8F2EA0-EF55-4CE4-582E-F1776ABF3BC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371067" y="954155"/>
            <a:ext cx="2856225" cy="1747957"/>
          </a:xfrm>
        </p:spPr>
        <p:txBody>
          <a:bodyPr/>
          <a:lstStyle/>
          <a:p>
            <a:endParaRPr lang="en-GB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11875724-C25A-A453-14F3-D642D1BF0654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632679" y="954155"/>
            <a:ext cx="2856225" cy="1747957"/>
          </a:xfrm>
        </p:spPr>
        <p:txBody>
          <a:bodyPr/>
          <a:lstStyle/>
          <a:p>
            <a:endParaRPr lang="en-GB"/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96FDBB62-5D3E-C253-13D4-D956835679C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1109455" y="2829550"/>
            <a:ext cx="2856225" cy="1747957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Chart Placeholder 5">
            <a:extLst>
              <a:ext uri="{FF2B5EF4-FFF2-40B4-BE49-F238E27FC236}">
                <a16:creationId xmlns:a16="http://schemas.microsoft.com/office/drawing/2014/main" id="{7B229791-3DF5-A08A-61FE-2B1B397A2220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371067" y="2839596"/>
            <a:ext cx="2856225" cy="1747957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08CE7893-D33E-92F2-4628-899ACCEA67D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7615978" y="2839596"/>
            <a:ext cx="2856225" cy="1747957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EBE058D6-B543-BBAD-1C78-FF61690F1154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1109455" y="4725037"/>
            <a:ext cx="2856225" cy="1747957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EDB7FE96-667E-BCA1-D14A-8C0EE64869D0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4371067" y="4725037"/>
            <a:ext cx="2856225" cy="1747957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Chart Placeholder 5">
            <a:extLst>
              <a:ext uri="{FF2B5EF4-FFF2-40B4-BE49-F238E27FC236}">
                <a16:creationId xmlns:a16="http://schemas.microsoft.com/office/drawing/2014/main" id="{B208CFFA-E6F4-3E01-03EF-ACEC2BB3302B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7615978" y="4725037"/>
            <a:ext cx="2856225" cy="1747957"/>
          </a:xfrm>
        </p:spPr>
        <p:txBody>
          <a:bodyPr/>
          <a:lstStyle/>
          <a:p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B6A5DD6-96AD-1D50-5D29-3B5A0998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36" y="136525"/>
            <a:ext cx="10653551" cy="53553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D16BCC0-3716-2BD9-DEA9-1F430BD01FB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09454" y="6575425"/>
            <a:ext cx="9482345" cy="282575"/>
          </a:xfrm>
        </p:spPr>
        <p:txBody>
          <a:bodyPr/>
          <a:lstStyle>
            <a:lvl1pPr algn="ctr">
              <a:buNone/>
              <a:defRPr sz="1400"/>
            </a:lvl1pPr>
            <a:lvl2pPr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C0F78C08-EA45-2308-A9B0-1A7C14C2D5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-1912554" y="3557138"/>
            <a:ext cx="5518842" cy="312873"/>
          </a:xfrm>
        </p:spPr>
        <p:txBody>
          <a:bodyPr/>
          <a:lstStyle>
            <a:lvl1pPr algn="ctr">
              <a:buNone/>
              <a:defRPr sz="1400"/>
            </a:lvl1pPr>
            <a:lvl2pPr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6E4FE1E2-FFF5-ADAD-EA05-2EAE33E5E9F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 rot="5400000">
            <a:off x="8025629" y="3557138"/>
            <a:ext cx="5518842" cy="312873"/>
          </a:xfrm>
        </p:spPr>
        <p:txBody>
          <a:bodyPr/>
          <a:lstStyle>
            <a:lvl1pPr algn="ctr">
              <a:buNone/>
              <a:defRPr sz="1400"/>
            </a:lvl1pPr>
            <a:lvl2pPr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4994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Chart_Bi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799-25AA-2999-AE30-8DC6BC2F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32C6A-78E7-BB64-0331-57629AE0D3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39B67-C832-9E17-6ADA-C90BB5FDFA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BF45C6-EDC0-4B30-2043-58C8A62837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000" y="1261805"/>
            <a:ext cx="4202061" cy="3843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7529DE1-91FA-2FB3-20E5-2DBD202B36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0600" y="1261804"/>
            <a:ext cx="7003472" cy="48010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98C4D-4F56-EC73-818A-6BB219FEA2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3" y="6366784"/>
            <a:ext cx="5161281" cy="3385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84669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ac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7F48E-FE39-877F-7197-99B6C86962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E46395BD-E606-29AF-E95D-7C1A6B6E87B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109455" y="1200681"/>
            <a:ext cx="3124615" cy="2405273"/>
          </a:xfrm>
        </p:spPr>
        <p:txBody>
          <a:bodyPr/>
          <a:lstStyle/>
          <a:p>
            <a:endParaRPr lang="en-GB"/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96FDBB62-5D3E-C253-13D4-D956835679C8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1109455" y="3888055"/>
            <a:ext cx="3124615" cy="2405273"/>
          </a:xfrm>
        </p:spPr>
        <p:txBody>
          <a:bodyPr/>
          <a:lstStyle/>
          <a:p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B6A5DD6-96AD-1D50-5D29-3B5A0998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36" y="136525"/>
            <a:ext cx="10200967" cy="53553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D16BCC0-3716-2BD9-DEA9-1F430BD01FB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09454" y="6575425"/>
            <a:ext cx="9482345" cy="282575"/>
          </a:xfrm>
        </p:spPr>
        <p:txBody>
          <a:bodyPr/>
          <a:lstStyle>
            <a:lvl1pPr algn="ctr">
              <a:buNone/>
              <a:defRPr sz="1400"/>
            </a:lvl1pPr>
            <a:lvl2pPr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C0F78C08-EA45-2308-A9B0-1A7C14C2D5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 rot="5400000">
            <a:off x="-1912554" y="3557138"/>
            <a:ext cx="5518842" cy="312873"/>
          </a:xfrm>
        </p:spPr>
        <p:txBody>
          <a:bodyPr/>
          <a:lstStyle>
            <a:lvl1pPr algn="ctr">
              <a:buNone/>
              <a:defRPr sz="1400"/>
            </a:lvl1pPr>
            <a:lvl2pPr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Chart Placeholder 5">
            <a:extLst>
              <a:ext uri="{FF2B5EF4-FFF2-40B4-BE49-F238E27FC236}">
                <a16:creationId xmlns:a16="http://schemas.microsoft.com/office/drawing/2014/main" id="{9F1ED0F8-116E-B8D2-1962-F86D2E7EC393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4371066" y="1200679"/>
            <a:ext cx="3124615" cy="2405273"/>
          </a:xfrm>
        </p:spPr>
        <p:txBody>
          <a:bodyPr/>
          <a:lstStyle/>
          <a:p>
            <a:endParaRPr lang="en-GB"/>
          </a:p>
        </p:txBody>
      </p:sp>
      <p:sp>
        <p:nvSpPr>
          <p:cNvPr id="3" name="Chart Placeholder 5">
            <a:extLst>
              <a:ext uri="{FF2B5EF4-FFF2-40B4-BE49-F238E27FC236}">
                <a16:creationId xmlns:a16="http://schemas.microsoft.com/office/drawing/2014/main" id="{3569E024-593D-FB1F-3697-F4FFBBFC03C4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4371066" y="3888053"/>
            <a:ext cx="3124615" cy="2405273"/>
          </a:xfrm>
        </p:spPr>
        <p:txBody>
          <a:bodyPr/>
          <a:lstStyle/>
          <a:p>
            <a:endParaRPr lang="en-GB"/>
          </a:p>
        </p:txBody>
      </p:sp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655A0AE9-90B1-F45F-310F-144B03CFA0FD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7632678" y="1200679"/>
            <a:ext cx="3124615" cy="2405273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Chart Placeholder 5">
            <a:extLst>
              <a:ext uri="{FF2B5EF4-FFF2-40B4-BE49-F238E27FC236}">
                <a16:creationId xmlns:a16="http://schemas.microsoft.com/office/drawing/2014/main" id="{3ADC01B8-4A98-315C-2A34-B47EAB7E6F7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7632678" y="3888053"/>
            <a:ext cx="3124615" cy="2405273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29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799-25AA-2999-AE30-8DC6BC2F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32C6A-78E7-BB64-0331-57629AE0D3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solidFill>
            <a:schemeClr val="bg1">
              <a:alpha val="0"/>
            </a:schemeClr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39B67-C832-9E17-6ADA-C90BB5FDFA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BF45C6-EDC0-4B30-2043-58C8A62837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000" y="1261805"/>
            <a:ext cx="6040800" cy="47215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7529DE1-91FA-2FB3-20E5-2DBD202B36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00254" y="1261805"/>
            <a:ext cx="5003817" cy="16702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98C4D-4F56-EC73-818A-6BB219FEA2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3" y="6366784"/>
            <a:ext cx="5161281" cy="338558"/>
          </a:xfrm>
          <a:prstGeom prst="rect">
            <a:avLst/>
          </a:prstGeom>
          <a:noFill/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FC9AE77-70E1-E841-8DBA-607074F2EA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28182" y="3061252"/>
            <a:ext cx="5003817" cy="2922106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158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0B943-7FEE-4EBA-894D-1AFF2D30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44072" cy="53553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BCFDC-5D94-4F0B-82D3-04481417E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999" y="1440000"/>
            <a:ext cx="114440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dirty="0"/>
              <a:t>Heading 1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Heading 2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/>
              <a:t>Body copy</a:t>
            </a:r>
          </a:p>
          <a:p>
            <a:pPr marL="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</a:t>
            </a:r>
          </a:p>
          <a:p>
            <a:pPr marL="460800" lvl="4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dirty="0"/>
              <a:t>Bullet sub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55446-D695-44BC-B721-FA7A3D3B3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5000" y="6356350"/>
            <a:ext cx="6380018" cy="365125"/>
          </a:xfrm>
          <a:prstGeom prst="rect">
            <a:avLst/>
          </a:prstGeom>
        </p:spPr>
        <p:txBody>
          <a:bodyPr vert="horz" lIns="91440" tIns="36000" rIns="91440" bIns="3600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0DA2C-4054-4870-AE04-3BEF0E496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4381" y="6356350"/>
            <a:ext cx="759691" cy="365125"/>
          </a:xfrm>
          <a:prstGeom prst="rect">
            <a:avLst/>
          </a:prstGeom>
        </p:spPr>
        <p:txBody>
          <a:bodyPr vert="horz" lIns="91440" tIns="36000" rIns="91440" bIns="3600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44ADC-FBC0-4698-B0EC-1AD4A406038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744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6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62" r:id="rId11"/>
    <p:sldLayoutId id="2147483668" r:id="rId12"/>
    <p:sldLayoutId id="2147483671" r:id="rId13"/>
    <p:sldLayoutId id="2147483669" r:id="rId14"/>
    <p:sldLayoutId id="2147483670" r:id="rId15"/>
    <p:sldLayoutId id="2147483672" r:id="rId16"/>
    <p:sldLayoutId id="214748367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3200" b="1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100" b="1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71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179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hid-theme">
  <a:themeElements>
    <a:clrScheme name="DHSC">
      <a:dk1>
        <a:sysClr val="windowText" lastClr="000000"/>
      </a:dk1>
      <a:lt1>
        <a:sysClr val="window" lastClr="FFFFFF"/>
      </a:lt1>
      <a:dk2>
        <a:srgbClr val="616265"/>
      </a:dk2>
      <a:lt2>
        <a:srgbClr val="E0E0E1"/>
      </a:lt2>
      <a:accent1>
        <a:srgbClr val="01A188"/>
      </a:accent1>
      <a:accent2>
        <a:srgbClr val="0063BE"/>
      </a:accent2>
      <a:accent3>
        <a:srgbClr val="E57200"/>
      </a:accent3>
      <a:accent4>
        <a:srgbClr val="512698"/>
      </a:accent4>
      <a:accent5>
        <a:srgbClr val="34B6E4"/>
      </a:accent5>
      <a:accent6>
        <a:srgbClr val="CC092F"/>
      </a:accent6>
      <a:hlink>
        <a:srgbClr val="0063BE"/>
      </a:hlink>
      <a:folHlink>
        <a:srgbClr val="51269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id-theme" id="{22152112-FF32-4DDA-B5A9-A37005DEDB69}" vid="{14FDBE30-F1E8-4406-B40A-5B03EB46B0F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278c30-91a8-4c31-8c1f-ef4de8973a1c}" enabled="0" method="" siteId="{61278c30-91a8-4c31-8c1f-ef4de8973a1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367</Words>
  <Application>Microsoft Office PowerPoint</Application>
  <PresentationFormat>Widescreen</PresentationFormat>
  <Paragraphs>206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DejaVu Sans</vt:lpstr>
      <vt:lpstr>ohid-theme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Health and Social 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>Knight, Sandy</dc:creator>
  <cp:lastModifiedBy>sjwk</cp:lastModifiedBy>
  <cp:revision>4</cp:revision>
  <dcterms:created xsi:type="dcterms:W3CDTF">2026-04-24T09:35:44Z</dcterms:created>
  <dcterms:modified xsi:type="dcterms:W3CDTF">2026-07-21T13:11:02Z</dcterms:modified>
</cp:coreProperties>
</file>